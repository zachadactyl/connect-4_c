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48" d="100"/>
          <a:sy n="48" d="100"/>
        </p:scale>
        <p:origin x="60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o Valencia" userId="7bbd6225ef8fbda4" providerId="LiveId" clId="{71948241-445C-4AF4-B714-7D809DBFBAF2}"/>
    <pc:docChg chg="custSel addSld delSld addMainMaster modMainMaster">
      <pc:chgData name="Angelo Valencia" userId="7bbd6225ef8fbda4" providerId="LiveId" clId="{71948241-445C-4AF4-B714-7D809DBFBAF2}" dt="2026-04-02T04:20:04.064" v="30" actId="680"/>
      <pc:docMkLst>
        <pc:docMk/>
      </pc:docMkLst>
      <pc:sldChg chg="new del">
        <pc:chgData name="Angelo Valencia" userId="7bbd6225ef8fbda4" providerId="LiveId" clId="{71948241-445C-4AF4-B714-7D809DBFBAF2}" dt="2026-04-02T04:19:11.744" v="22" actId="2696"/>
        <pc:sldMkLst>
          <pc:docMk/>
          <pc:sldMk cId="1443507834" sldId="257"/>
        </pc:sldMkLst>
      </pc:sldChg>
      <pc:sldChg chg="new">
        <pc:chgData name="Angelo Valencia" userId="7bbd6225ef8fbda4" providerId="LiveId" clId="{71948241-445C-4AF4-B714-7D809DBFBAF2}" dt="2026-04-02T04:20:04.064" v="30" actId="680"/>
        <pc:sldMkLst>
          <pc:docMk/>
          <pc:sldMk cId="3635843420" sldId="257"/>
        </pc:sldMkLst>
      </pc:sldChg>
      <pc:sldMasterChg chg="addSp modSp mod modSldLayout">
        <pc:chgData name="Angelo Valencia" userId="7bbd6225ef8fbda4" providerId="LiveId" clId="{71948241-445C-4AF4-B714-7D809DBFBAF2}" dt="2026-04-02T04:19:52.839" v="29" actId="1076"/>
        <pc:sldMasterMkLst>
          <pc:docMk/>
          <pc:sldMasterMk cId="3820867540" sldId="2147483648"/>
        </pc:sldMasterMkLst>
        <pc:spChg chg="mod">
          <ac:chgData name="Angelo Valencia" userId="7bbd6225ef8fbda4" providerId="LiveId" clId="{71948241-445C-4AF4-B714-7D809DBFBAF2}" dt="2026-04-02T04:13:51.355" v="5" actId="207"/>
          <ac:spMkLst>
            <pc:docMk/>
            <pc:sldMasterMk cId="3820867540" sldId="2147483648"/>
            <ac:spMk id="6" creationId="{C573F82A-B8A4-8E35-AF24-954E79FCD7B2}"/>
          </ac:spMkLst>
        </pc:spChg>
        <pc:spChg chg="add mod">
          <ac:chgData name="Angelo Valencia" userId="7bbd6225ef8fbda4" providerId="LiveId" clId="{71948241-445C-4AF4-B714-7D809DBFBAF2}" dt="2026-04-02T04:13:34.439" v="3" actId="14100"/>
          <ac:spMkLst>
            <pc:docMk/>
            <pc:sldMasterMk cId="3820867540" sldId="2147483648"/>
            <ac:spMk id="7" creationId="{0B3FEAF0-FFD0-DA67-FBA3-E98FCF2DEFE6}"/>
          </ac:spMkLst>
        </pc:spChg>
        <pc:picChg chg="add mod modCrop">
          <ac:chgData name="Angelo Valencia" userId="7bbd6225ef8fbda4" providerId="LiveId" clId="{71948241-445C-4AF4-B714-7D809DBFBAF2}" dt="2026-04-02T04:19:52.839" v="29" actId="1076"/>
          <ac:picMkLst>
            <pc:docMk/>
            <pc:sldMasterMk cId="3820867540" sldId="2147483648"/>
            <ac:picMk id="9" creationId="{AA872B7E-B471-B8A5-4623-791BD4B5877E}"/>
          </ac:picMkLst>
        </pc:picChg>
        <pc:sldLayoutChg chg="addSp delSp modSp mod">
          <pc:chgData name="Angelo Valencia" userId="7bbd6225ef8fbda4" providerId="LiveId" clId="{71948241-445C-4AF4-B714-7D809DBFBAF2}" dt="2026-04-02T04:19:21.414" v="23" actId="21"/>
          <pc:sldLayoutMkLst>
            <pc:docMk/>
            <pc:sldMasterMk cId="3820867540" sldId="2147483648"/>
            <pc:sldLayoutMk cId="1661226880" sldId="2147483649"/>
          </pc:sldLayoutMkLst>
          <pc:picChg chg="add del mod">
            <ac:chgData name="Angelo Valencia" userId="7bbd6225ef8fbda4" providerId="LiveId" clId="{71948241-445C-4AF4-B714-7D809DBFBAF2}" dt="2026-04-02T04:17:54.524" v="13" actId="21"/>
            <ac:picMkLst>
              <pc:docMk/>
              <pc:sldMasterMk cId="3820867540" sldId="2147483648"/>
              <pc:sldLayoutMk cId="1661226880" sldId="2147483649"/>
              <ac:picMk id="8" creationId="{8DE78C8A-8271-9557-3F22-312067D58356}"/>
            </ac:picMkLst>
          </pc:picChg>
          <pc:picChg chg="add del mod modCrop">
            <ac:chgData name="Angelo Valencia" userId="7bbd6225ef8fbda4" providerId="LiveId" clId="{71948241-445C-4AF4-B714-7D809DBFBAF2}" dt="2026-04-02T04:19:21.414" v="23" actId="21"/>
            <ac:picMkLst>
              <pc:docMk/>
              <pc:sldMasterMk cId="3820867540" sldId="2147483648"/>
              <pc:sldLayoutMk cId="1661226880" sldId="2147483649"/>
              <ac:picMk id="10" creationId="{B55FB3CF-7C19-C531-636D-2E0AAA956CC6}"/>
            </ac:picMkLst>
          </pc:picChg>
        </pc:sldLayoutChg>
      </pc:sldMasterChg>
      <pc:sldMasterChg chg="new mod addSldLayout">
        <pc:chgData name="Angelo Valencia" userId="7bbd6225ef8fbda4" providerId="LiveId" clId="{71948241-445C-4AF4-B714-7D809DBFBAF2}" dt="2026-04-02T04:13:55.693" v="6" actId="6938"/>
        <pc:sldMasterMkLst>
          <pc:docMk/>
          <pc:sldMasterMk cId="3230689244" sldId="2147483660"/>
        </pc:sldMasterMkLst>
        <pc:sldLayoutChg chg="new replId">
          <pc:chgData name="Angelo Valencia" userId="7bbd6225ef8fbda4" providerId="LiveId" clId="{71948241-445C-4AF4-B714-7D809DBFBAF2}" dt="2026-04-02T04:13:55.693" v="6" actId="6938"/>
          <pc:sldLayoutMkLst>
            <pc:docMk/>
            <pc:sldMasterMk cId="3230689244" sldId="2147483660"/>
            <pc:sldLayoutMk cId="3031950435" sldId="2147483661"/>
          </pc:sldLayoutMkLst>
        </pc:sldLayoutChg>
        <pc:sldLayoutChg chg="new replId">
          <pc:chgData name="Angelo Valencia" userId="7bbd6225ef8fbda4" providerId="LiveId" clId="{71948241-445C-4AF4-B714-7D809DBFBAF2}" dt="2026-04-02T04:13:55.693" v="6" actId="6938"/>
          <pc:sldLayoutMkLst>
            <pc:docMk/>
            <pc:sldMasterMk cId="3230689244" sldId="2147483660"/>
            <pc:sldLayoutMk cId="2630525992" sldId="2147483662"/>
          </pc:sldLayoutMkLst>
        </pc:sldLayoutChg>
        <pc:sldLayoutChg chg="new replId">
          <pc:chgData name="Angelo Valencia" userId="7bbd6225ef8fbda4" providerId="LiveId" clId="{71948241-445C-4AF4-B714-7D809DBFBAF2}" dt="2026-04-02T04:13:55.693" v="6" actId="6938"/>
          <pc:sldLayoutMkLst>
            <pc:docMk/>
            <pc:sldMasterMk cId="3230689244" sldId="2147483660"/>
            <pc:sldLayoutMk cId="273879972" sldId="2147483663"/>
          </pc:sldLayoutMkLst>
        </pc:sldLayoutChg>
        <pc:sldLayoutChg chg="new replId">
          <pc:chgData name="Angelo Valencia" userId="7bbd6225ef8fbda4" providerId="LiveId" clId="{71948241-445C-4AF4-B714-7D809DBFBAF2}" dt="2026-04-02T04:13:55.693" v="6" actId="6938"/>
          <pc:sldLayoutMkLst>
            <pc:docMk/>
            <pc:sldMasterMk cId="3230689244" sldId="2147483660"/>
            <pc:sldLayoutMk cId="189631416" sldId="2147483664"/>
          </pc:sldLayoutMkLst>
        </pc:sldLayoutChg>
        <pc:sldLayoutChg chg="new replId">
          <pc:chgData name="Angelo Valencia" userId="7bbd6225ef8fbda4" providerId="LiveId" clId="{71948241-445C-4AF4-B714-7D809DBFBAF2}" dt="2026-04-02T04:13:55.693" v="6" actId="6938"/>
          <pc:sldLayoutMkLst>
            <pc:docMk/>
            <pc:sldMasterMk cId="3230689244" sldId="2147483660"/>
            <pc:sldLayoutMk cId="3402488910" sldId="2147483665"/>
          </pc:sldLayoutMkLst>
        </pc:sldLayoutChg>
        <pc:sldLayoutChg chg="new replId">
          <pc:chgData name="Angelo Valencia" userId="7bbd6225ef8fbda4" providerId="LiveId" clId="{71948241-445C-4AF4-B714-7D809DBFBAF2}" dt="2026-04-02T04:13:55.693" v="6" actId="6938"/>
          <pc:sldLayoutMkLst>
            <pc:docMk/>
            <pc:sldMasterMk cId="3230689244" sldId="2147483660"/>
            <pc:sldLayoutMk cId="1112923307" sldId="2147483666"/>
          </pc:sldLayoutMkLst>
        </pc:sldLayoutChg>
        <pc:sldLayoutChg chg="new replId">
          <pc:chgData name="Angelo Valencia" userId="7bbd6225ef8fbda4" providerId="LiveId" clId="{71948241-445C-4AF4-B714-7D809DBFBAF2}" dt="2026-04-02T04:13:55.693" v="6" actId="6938"/>
          <pc:sldLayoutMkLst>
            <pc:docMk/>
            <pc:sldMasterMk cId="3230689244" sldId="2147483660"/>
            <pc:sldLayoutMk cId="1962354662" sldId="2147483667"/>
          </pc:sldLayoutMkLst>
        </pc:sldLayoutChg>
        <pc:sldLayoutChg chg="new replId">
          <pc:chgData name="Angelo Valencia" userId="7bbd6225ef8fbda4" providerId="LiveId" clId="{71948241-445C-4AF4-B714-7D809DBFBAF2}" dt="2026-04-02T04:13:55.693" v="6" actId="6938"/>
          <pc:sldLayoutMkLst>
            <pc:docMk/>
            <pc:sldMasterMk cId="3230689244" sldId="2147483660"/>
            <pc:sldLayoutMk cId="3267180373" sldId="2147483668"/>
          </pc:sldLayoutMkLst>
        </pc:sldLayoutChg>
        <pc:sldLayoutChg chg="new replId">
          <pc:chgData name="Angelo Valencia" userId="7bbd6225ef8fbda4" providerId="LiveId" clId="{71948241-445C-4AF4-B714-7D809DBFBAF2}" dt="2026-04-02T04:13:55.693" v="6" actId="6938"/>
          <pc:sldLayoutMkLst>
            <pc:docMk/>
            <pc:sldMasterMk cId="3230689244" sldId="2147483660"/>
            <pc:sldLayoutMk cId="3161223162" sldId="2147483669"/>
          </pc:sldLayoutMkLst>
        </pc:sldLayoutChg>
        <pc:sldLayoutChg chg="new replId">
          <pc:chgData name="Angelo Valencia" userId="7bbd6225ef8fbda4" providerId="LiveId" clId="{71948241-445C-4AF4-B714-7D809DBFBAF2}" dt="2026-04-02T04:13:55.693" v="6" actId="6938"/>
          <pc:sldLayoutMkLst>
            <pc:docMk/>
            <pc:sldMasterMk cId="3230689244" sldId="2147483660"/>
            <pc:sldLayoutMk cId="4254284595" sldId="2147483670"/>
          </pc:sldLayoutMkLst>
        </pc:sldLayoutChg>
        <pc:sldLayoutChg chg="new replId">
          <pc:chgData name="Angelo Valencia" userId="7bbd6225ef8fbda4" providerId="LiveId" clId="{71948241-445C-4AF4-B714-7D809DBFBAF2}" dt="2026-04-02T04:13:55.693" v="6" actId="6938"/>
          <pc:sldLayoutMkLst>
            <pc:docMk/>
            <pc:sldMasterMk cId="3230689244" sldId="2147483660"/>
            <pc:sldLayoutMk cId="631230668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93CF-D40D-6C1E-8428-BB2F151C0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5579B-D143-7D10-41EC-FDAA1CBB9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BBA43-331E-B014-E34D-BBECB88D2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FF323-BFF6-B643-E452-F1843BD73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248BA-DCB9-D176-E5B1-DB5625B1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23813"/>
            <a:ext cx="2743200" cy="365125"/>
          </a:xfrm>
        </p:spPr>
        <p:txBody>
          <a:bodyPr/>
          <a:lstStyle/>
          <a:p>
            <a:fld id="{46BCCB68-A38A-4317-A535-0B097FE263E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8E9EE3-855B-7875-BA6E-DCF7949E0B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786"/>
            <a:ext cx="12192000" cy="69667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A1A031-0E8D-E98D-B364-B8C8CC93345C}"/>
              </a:ext>
            </a:extLst>
          </p:cNvPr>
          <p:cNvSpPr txBox="1"/>
          <p:nvPr userDrawn="1"/>
        </p:nvSpPr>
        <p:spPr>
          <a:xfrm>
            <a:off x="3506679" y="5735637"/>
            <a:ext cx="4646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By: Ashlee Santos, Zachary Tull, Angelo Valenica</a:t>
            </a:r>
          </a:p>
        </p:txBody>
      </p:sp>
    </p:spTree>
    <p:extLst>
      <p:ext uri="{BB962C8B-B14F-4D97-AF65-F5344CB8AC3E}">
        <p14:creationId xmlns:p14="http://schemas.microsoft.com/office/powerpoint/2010/main" val="166122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ED34-C081-DFA1-FCD8-336EFEF6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9F936-3087-6698-83EB-A385713F1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9523-BBD6-33AB-00BB-1A3D7649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49EDA-DC4C-B422-4B9A-A24028742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D752B-0887-CFBE-FA10-8962DD78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CB68-A38A-4317-A535-0B097FE2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1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8B9D-B767-A1EE-BBE8-3290C51DE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31904-14B9-10EC-B2E9-4DA234902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49AEF-8226-F887-E636-3E6B7BA8A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CBC7A-2FF0-B1E6-71FE-8387EE23E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4D748-2AEE-D988-2ADB-4155B17F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CB68-A38A-4317-A535-0B097FE2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4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E9BF-366D-74CC-78E3-BBBB4BC8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624FF-39C6-899C-D76E-FC9D3846A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3B97E-DAB4-5E50-80AE-1E812EF72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39A85-5FE2-7B40-6AA1-F9E7858C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109A7-95D8-D026-5496-82324E210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7252F-A4D2-2F8F-2204-8E0A39AE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CB68-A38A-4317-A535-0B097FE2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7934-B5CC-89DE-8BA4-D9F4FF36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93A24-CBA6-04AB-9E3A-42B90B06B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79420-6B84-11EF-5E05-BD008F6E2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D9338-9142-6D4E-CD56-FBD386D9C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10391-6C84-86E8-61F6-F1606B5DA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0E718F-FEE8-7D4A-B122-E053A0E8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C07E6B-9738-ACE1-76BD-18AC3158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2AF9B-7AB0-1AFF-9F3B-D7587DE4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CB68-A38A-4317-A535-0B097FE2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3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2EBF7-E9CB-5C4B-DF37-1E1DE6F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E2CE7-DC6F-0288-D7DB-6C360CE5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EF83DE-F5D4-B7CF-C5F9-A80B2139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87A85-E0AD-5D81-59A5-66F51A994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CB68-A38A-4317-A535-0B097FE2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4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108CC-1F21-D9FD-B7FF-88C85817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FEDF5F-D0A6-37C3-425F-331E76295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1D1E1-9B87-EC76-05C9-B1B6680E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CB68-A38A-4317-A535-0B097FE2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5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FB11-F1A7-7577-253B-E1457A438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B6527-DF08-A049-4075-DC4375C98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563987-A1A8-4F92-3B73-3DC8200FC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216E8-BC14-D78C-D7AC-0D44193C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47570-A1F6-2FBC-83D6-98FCF753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5644E-7C46-ABCE-6005-F87349EE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CB68-A38A-4317-A535-0B097FE2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7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CAC79-9FBC-52F8-947F-1F56782B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46A87E-7221-F9B0-A16B-E81824835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D579A-28F5-FB85-773D-9DE43DA98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8BEDE-1F42-F69F-5682-2EC3D744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8E080-DD3B-FB2C-6585-7CE191D21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5CF1C-8FFC-C492-B947-511A8899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CB68-A38A-4317-A535-0B097FE2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5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9DDA-2BDC-65B3-1F55-BCA6F006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D5F60-A60A-51C8-3C73-369C306CC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7B30F-58DD-24EB-37C6-19BE03BC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B7442-3B7E-388F-D14B-98178B2D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AB1AF-7BE1-5FAC-6316-43923079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CB68-A38A-4317-A535-0B097FE2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65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73BC23-D304-1E23-FB9B-0A646A6BB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50681-A245-5D75-70DD-5FCBDC40B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E722B-7F3F-E3E6-8A6F-8AB2FDFB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9971D-3726-B88D-7388-2727F9F50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ED80C-AF88-D807-7A29-6873CA98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CB68-A38A-4317-A535-0B097FE2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5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CC204-048E-A62E-5BEF-66D6FB3F9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920B0-9448-0DB1-5EC3-9896254D0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603CA-4180-DC25-610C-2CADE3C45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DE145-8E49-0148-4370-95471724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6F92C-9473-A735-2253-2364BE98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50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956A-DF52-67E1-B019-5D89870C1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A540D-2E3B-4D2D-38E0-3F8BB7F8F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662EF-63ED-851F-0569-0EB536C5F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080BD-567F-8C9C-BE09-39BE16D9B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1B698-3AC2-FC7B-5DFF-3FFED156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25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70EA7-AAFE-8B0D-61FA-0336B4F0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1B65F-99C0-D7A9-37CD-2E5BA85E0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D856-7DAE-42B9-8705-0868DE97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E6896-0B93-E02F-879F-97943851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4ADB7-F67C-2709-FD62-324067FF9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9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08CE-61DF-508A-A5A0-55F8ACDB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DB041-5F59-781B-93D1-94FA2EAD7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13293-1B1A-C127-7205-EA0FBB3EE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B131F-0762-E301-E009-A90788CF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5D444-D497-9499-2ED7-6031C9E0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DDF82-E0AF-B480-B74F-0196C388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1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C0E63-CEB2-43CF-7B09-DB65353B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26978-B4BD-4191-7BD8-7758A8C45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28AB7-0FA9-4FE2-15E4-D0D00F7FF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52405-E524-F9E5-F967-4DC769B6D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9902FD-2F96-52AB-3816-AF9F13CA9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3DCC9-B8DC-E34C-7B9B-8E357AD8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B4680A-E4AF-C9B3-C2B7-EBD07083D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8FE9B-79F6-7251-19A6-767A6902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88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A50B-729E-3303-68CC-A67AD74C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0C70A-6DA6-FD7B-D4D7-2D6F20BED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8623E-1DA1-6670-6525-24AEA8EAE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01F74-2BBD-0318-3DEC-2CBB99B9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23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16C43-A78C-7DD7-EC6E-834D684E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03334F-438F-75D8-9DF8-FC480ADC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65CDF-D5E5-8815-77E6-29A25B68C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546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62C9-1C15-DD6B-621E-07856202E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050CC-5310-86E1-F445-0D33B7DD9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834D4-B184-ED6A-ECEA-505C9C159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45FB6-5A9D-4A2F-3BF4-BDC974899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51B67-5449-150C-9BCD-B970DCCE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A360D-0D4C-5BFA-433B-06CE7A408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80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4D25-E24D-0E2E-EB19-40528F0C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69AA8C-767C-380B-DDF7-185416D54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D8F74-6963-A4FC-A56C-B958F180D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F6B8B-AFF3-A8C4-F762-4046CCF0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3BA43-02CF-25F2-42D7-2E0B8735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E24C9-5653-EE7A-5258-834EB0C4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23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A09DA-B787-37B2-41DC-7999D8E7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CD5B1-3454-DA50-253F-764B6A376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C9EDB-3287-D680-30DA-B169ABE66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C67AD-514E-3757-3535-81A18458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74B52-8F62-430D-1F36-BF01C49C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84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99416-FA86-2FEB-3EA2-CFFE4A6D4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15415-6254-F9E2-ACFA-95BFB99B2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514FE-7038-7692-A184-917C72A7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93AB-A5F4-F845-23F6-23A0B59B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84830-7957-EC48-643C-EB99E8225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3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47AAA-AF2B-A680-F836-74657B59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485BA-95EA-617D-626D-E250B3055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168CD-1CC9-E1E8-5B22-456193DD4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9082A-FE24-40AB-BD48-6844D502A07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A4229-2ABD-5B17-152B-A5EB43E90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3F82A-B8A4-8E35-AF24-954E79FCD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31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6BCCB68-A38A-4317-A535-0B097FE263E0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3FEAF0-FFD0-DA67-FBA3-E98FCF2DEFE6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872B7E-B471-B8A5-4623-791BD4B5877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5" b="21116"/>
          <a:stretch>
            <a:fillRect/>
          </a:stretch>
        </p:blipFill>
        <p:spPr>
          <a:xfrm>
            <a:off x="10682037" y="5782510"/>
            <a:ext cx="1509963" cy="105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86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9B0CB-DA05-C25B-E71D-D6998F79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09809-EB27-F1A1-CED8-04F74D554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A945C-A7EE-53E0-E88A-073D9AF91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6F7AB-0E16-4C57-8F3A-5C240111FCB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D36A8-5583-EFF4-376B-F66BDE35A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55B11-C412-DAB4-04AE-510576992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94D87-FB7D-4223-86FA-4284DBB12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89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exchange.com/filters/79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3BEB-3241-FBFC-90ED-FE5B391CB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8340" y="3429000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Four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dirty="0">
                <a:highlight>
                  <a:srgbClr val="FFFF00"/>
                </a:highlight>
              </a:rPr>
              <a:t>2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Win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145AD-FF98-74C7-6586-56BF87C4F896}"/>
              </a:ext>
            </a:extLst>
          </p:cNvPr>
          <p:cNvSpPr txBox="1"/>
          <p:nvPr/>
        </p:nvSpPr>
        <p:spPr>
          <a:xfrm>
            <a:off x="4544250" y="6107838"/>
            <a:ext cx="2672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CS 125 |Spring 2026</a:t>
            </a:r>
          </a:p>
        </p:txBody>
      </p:sp>
    </p:spTree>
    <p:extLst>
      <p:ext uri="{BB962C8B-B14F-4D97-AF65-F5344CB8AC3E}">
        <p14:creationId xmlns:p14="http://schemas.microsoft.com/office/powerpoint/2010/main" val="1561466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7D8BA-A998-4D20-68D2-CE2277EA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97A84-0FFC-0682-E023-689C95F15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simulates a game of Connect 4 using C language.</a:t>
            </a:r>
          </a:p>
          <a:p>
            <a:r>
              <a:rPr lang="en-US" dirty="0"/>
              <a:t>Motivation:</a:t>
            </a:r>
          </a:p>
          <a:p>
            <a:pPr lvl="1"/>
            <a:r>
              <a:rPr lang="en-US" dirty="0"/>
              <a:t>Applying learned skills to something fun</a:t>
            </a:r>
          </a:p>
          <a:p>
            <a:pPr lvl="1"/>
            <a:r>
              <a:rPr lang="en-US" dirty="0"/>
              <a:t>Get more comfortable with C with a known topic</a:t>
            </a:r>
          </a:p>
          <a:p>
            <a:pPr lvl="1"/>
            <a:r>
              <a:rPr lang="en-US" dirty="0"/>
              <a:t>Be able to share game/code with others</a:t>
            </a:r>
          </a:p>
          <a:p>
            <a:r>
              <a:rPr lang="en-US" dirty="0"/>
              <a:t>Used tools like file I/O, arrays, structs, and functions in the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25729-CF5C-DD9C-E98D-CF4221F501BD}"/>
              </a:ext>
            </a:extLst>
          </p:cNvPr>
          <p:cNvSpPr txBox="1"/>
          <p:nvPr/>
        </p:nvSpPr>
        <p:spPr>
          <a:xfrm>
            <a:off x="198783" y="6387548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35843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D3DD-EA1D-0720-1DB9-D3C601E3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/>
              <a:t>Challenges We Faced and How We Fixed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8D612-EBFB-1748-6D28-D30726C53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Coding:</a:t>
            </a:r>
          </a:p>
          <a:p>
            <a:pPr lvl="1"/>
            <a:r>
              <a:rPr lang="en-US" dirty="0"/>
              <a:t>We had some trouble troubleshooting.</a:t>
            </a:r>
          </a:p>
          <a:p>
            <a:pPr lvl="1"/>
            <a:r>
              <a:rPr lang="en-US" dirty="0"/>
              <a:t>Building 2D arrays is CHALLENGING!</a:t>
            </a:r>
          </a:p>
          <a:p>
            <a:pPr lvl="1"/>
            <a:r>
              <a:rPr lang="en-US" dirty="0"/>
              <a:t>TONS of functions =&gt; occasionally getting tangled, messy in main file</a:t>
            </a:r>
          </a:p>
          <a:p>
            <a:r>
              <a:rPr lang="en-US" dirty="0"/>
              <a:t>Team: </a:t>
            </a:r>
          </a:p>
          <a:p>
            <a:pPr lvl="1"/>
            <a:r>
              <a:rPr lang="en-US" dirty="0"/>
              <a:t>Some meetings had to be cancelled due to other commitments. </a:t>
            </a:r>
          </a:p>
          <a:p>
            <a:r>
              <a:rPr lang="en-US" dirty="0"/>
              <a:t>Solutions:</a:t>
            </a:r>
          </a:p>
          <a:p>
            <a:pPr lvl="1"/>
            <a:r>
              <a:rPr lang="en-US" dirty="0"/>
              <a:t>Learned new topics/techniques not taught in class from websites like </a:t>
            </a:r>
            <a:r>
              <a:rPr lang="en-US" dirty="0" err="1"/>
              <a:t>StackExchange</a:t>
            </a:r>
            <a:endParaRPr lang="en-US" dirty="0"/>
          </a:p>
          <a:p>
            <a:pPr lvl="1"/>
            <a:r>
              <a:rPr lang="en-US" dirty="0"/>
              <a:t>Communication/Working with In-Class time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362AE-6A34-4688-F610-B8E60F27346B}"/>
              </a:ext>
            </a:extLst>
          </p:cNvPr>
          <p:cNvSpPr txBox="1"/>
          <p:nvPr/>
        </p:nvSpPr>
        <p:spPr>
          <a:xfrm>
            <a:off x="198783" y="6387548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6823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37A41-A238-2ED1-1C8E-152E89D05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use AI to Help?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47C3A-8E84-8513-5DE4-ABD47FADE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used AI to make the logo for our project.</a:t>
            </a:r>
          </a:p>
          <a:p>
            <a:r>
              <a:rPr lang="en-US" dirty="0"/>
              <a:t>We also used AI for some troubleshooting/debugging, but not all.</a:t>
            </a:r>
          </a:p>
          <a:p>
            <a:r>
              <a:rPr lang="en-US" dirty="0"/>
              <a:t>We used it to help guide us to some ideas we had.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A8C5F-DA7E-1595-F515-F7183EF13551}"/>
              </a:ext>
            </a:extLst>
          </p:cNvPr>
          <p:cNvSpPr txBox="1"/>
          <p:nvPr/>
        </p:nvSpPr>
        <p:spPr>
          <a:xfrm>
            <a:off x="198783" y="6387548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1493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A06E0-4739-31E2-59D7-F12305BB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122" y="2766219"/>
            <a:ext cx="7525753" cy="1325563"/>
          </a:xfrm>
        </p:spPr>
        <p:txBody>
          <a:bodyPr>
            <a:noAutofit/>
          </a:bodyPr>
          <a:lstStyle/>
          <a:p>
            <a:r>
              <a:rPr lang="en-US" sz="9600" dirty="0"/>
              <a:t>DEMOOOOOO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67B59-5028-56A2-AB42-FDA8F58EF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31243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US" sz="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F386D-2A00-B957-2EED-27E07452432E}"/>
              </a:ext>
            </a:extLst>
          </p:cNvPr>
          <p:cNvSpPr txBox="1"/>
          <p:nvPr/>
        </p:nvSpPr>
        <p:spPr>
          <a:xfrm>
            <a:off x="3542580" y="4091781"/>
            <a:ext cx="510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Our main game file is 15 lines long!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8DDC0-D67E-DD9C-B37C-EAA2722B1BAA}"/>
              </a:ext>
            </a:extLst>
          </p:cNvPr>
          <p:cNvSpPr txBox="1"/>
          <p:nvPr/>
        </p:nvSpPr>
        <p:spPr>
          <a:xfrm>
            <a:off x="198783" y="6387548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2880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3A764-411C-59DF-91D0-3F40E7404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DAA15-6BA3-3DB5-D406-18D7E82E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had some fun coding this and seeing it come to life. </a:t>
            </a:r>
          </a:p>
          <a:p>
            <a:r>
              <a:rPr lang="en-US" dirty="0"/>
              <a:t>Learned new techniques and tools</a:t>
            </a:r>
          </a:p>
          <a:p>
            <a:r>
              <a:rPr lang="en-US" dirty="0"/>
              <a:t>Worked through other commitments, schedules, and challenges</a:t>
            </a:r>
          </a:p>
          <a:p>
            <a:r>
              <a:rPr lang="en-US" dirty="0"/>
              <a:t>Will likely use the project code to play with friends because why not?</a:t>
            </a:r>
          </a:p>
          <a:p>
            <a:endParaRPr lang="en-US" dirty="0"/>
          </a:p>
          <a:p>
            <a:r>
              <a:rPr lang="en-US" dirty="0"/>
              <a:t>Sources</a:t>
            </a:r>
          </a:p>
          <a:p>
            <a:pPr lvl="1"/>
            <a:r>
              <a:rPr lang="en-US" dirty="0">
                <a:hlinkClick r:id="rId2"/>
              </a:rPr>
              <a:t>C - Stack Exchange</a:t>
            </a:r>
            <a:endParaRPr lang="en-US" dirty="0"/>
          </a:p>
          <a:p>
            <a:pPr lvl="1"/>
            <a:r>
              <a:rPr lang="en-US" dirty="0"/>
              <a:t>Friends with coding knowledge</a:t>
            </a:r>
          </a:p>
          <a:p>
            <a:pPr lvl="1"/>
            <a:r>
              <a:rPr lang="en-US" dirty="0"/>
              <a:t>Google Gemini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DC0CFF-2F76-2320-B727-E9C0401DC35D}"/>
              </a:ext>
            </a:extLst>
          </p:cNvPr>
          <p:cNvSpPr txBox="1"/>
          <p:nvPr/>
        </p:nvSpPr>
        <p:spPr>
          <a:xfrm>
            <a:off x="198783" y="6387548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62808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98FFB1-ACF7-FB03-9A15-4B3922746963}"/>
              </a:ext>
            </a:extLst>
          </p:cNvPr>
          <p:cNvSpPr txBox="1"/>
          <p:nvPr/>
        </p:nvSpPr>
        <p:spPr>
          <a:xfrm>
            <a:off x="2117891" y="215602"/>
            <a:ext cx="79562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/>
              <a:t>Any Questions?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68EA9C-1C4D-73BF-D1AB-F95992234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876" y="2336778"/>
            <a:ext cx="3124200" cy="3124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45A76A-9479-CDB9-05D2-E48C1657AAFA}"/>
              </a:ext>
            </a:extLst>
          </p:cNvPr>
          <p:cNvSpPr txBox="1"/>
          <p:nvPr/>
        </p:nvSpPr>
        <p:spPr>
          <a:xfrm>
            <a:off x="3980675" y="5235693"/>
            <a:ext cx="3854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Our public GitHub!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6F1AB6-EA06-525B-8090-6269C984440C}"/>
              </a:ext>
            </a:extLst>
          </p:cNvPr>
          <p:cNvSpPr txBox="1"/>
          <p:nvPr/>
        </p:nvSpPr>
        <p:spPr>
          <a:xfrm>
            <a:off x="3980675" y="1785262"/>
            <a:ext cx="3854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Wanna try it out?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3B45D-D53B-6BC5-357D-9C55E46FB737}"/>
              </a:ext>
            </a:extLst>
          </p:cNvPr>
          <p:cNvSpPr txBox="1"/>
          <p:nvPr/>
        </p:nvSpPr>
        <p:spPr>
          <a:xfrm>
            <a:off x="198783" y="6387548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77758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259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Custom Design</vt:lpstr>
      <vt:lpstr>Four 2 Win</vt:lpstr>
      <vt:lpstr>Project Overview</vt:lpstr>
      <vt:lpstr>Challenges We Faced and How We Fixed Them</vt:lpstr>
      <vt:lpstr>How did use AI to Help?</vt:lpstr>
      <vt:lpstr>DEMOOOOOO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Valencia, Angelo</dc:creator>
  <cp:lastModifiedBy>Santos, Ashlee L.</cp:lastModifiedBy>
  <cp:revision>12</cp:revision>
  <dcterms:created xsi:type="dcterms:W3CDTF">2026-04-02T04:10:18Z</dcterms:created>
  <dcterms:modified xsi:type="dcterms:W3CDTF">2026-04-19T05:33:34Z</dcterms:modified>
</cp:coreProperties>
</file>