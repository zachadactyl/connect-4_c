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11" autoAdjust="0"/>
    <p:restoredTop sz="94660"/>
  </p:normalViewPr>
  <p:slideViewPr>
    <p:cSldViewPr snapToGrid="0">
      <p:cViewPr varScale="1">
        <p:scale>
          <a:sx n="111" d="100"/>
          <a:sy n="111" d="100"/>
        </p:scale>
        <p:origin x="42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tableStyles" Target="tableStyles.xml"/><Relationship Id="rId3" Type="http://schemas.openxmlformats.org/officeDocument/2006/relationships/slide" Target="slides/slide1.xml"/><Relationship Id="rId7" Type="http://schemas.openxmlformats.org/officeDocument/2006/relationships/slide" Target="slides/slide5.xml"/><Relationship Id="rId12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viewProps" Target="viewProps.xml"/><Relationship Id="rId5" Type="http://schemas.openxmlformats.org/officeDocument/2006/relationships/slide" Target="slides/slide3.xml"/><Relationship Id="rId10" Type="http://schemas.openxmlformats.org/officeDocument/2006/relationships/presProps" Target="presProps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gelo Valencia" userId="7bbd6225ef8fbda4" providerId="LiveId" clId="{71948241-445C-4AF4-B714-7D809DBFBAF2}"/>
    <pc:docChg chg="custSel addSld delSld addMainMaster modMainMaster">
      <pc:chgData name="Angelo Valencia" userId="7bbd6225ef8fbda4" providerId="LiveId" clId="{71948241-445C-4AF4-B714-7D809DBFBAF2}" dt="2026-04-02T04:20:04.064" v="30" actId="680"/>
      <pc:docMkLst>
        <pc:docMk/>
      </pc:docMkLst>
      <pc:sldChg chg="new del">
        <pc:chgData name="Angelo Valencia" userId="7bbd6225ef8fbda4" providerId="LiveId" clId="{71948241-445C-4AF4-B714-7D809DBFBAF2}" dt="2026-04-02T04:19:11.744" v="22" actId="2696"/>
        <pc:sldMkLst>
          <pc:docMk/>
          <pc:sldMk cId="1443507834" sldId="257"/>
        </pc:sldMkLst>
      </pc:sldChg>
      <pc:sldChg chg="new">
        <pc:chgData name="Angelo Valencia" userId="7bbd6225ef8fbda4" providerId="LiveId" clId="{71948241-445C-4AF4-B714-7D809DBFBAF2}" dt="2026-04-02T04:20:04.064" v="30" actId="680"/>
        <pc:sldMkLst>
          <pc:docMk/>
          <pc:sldMk cId="3635843420" sldId="257"/>
        </pc:sldMkLst>
      </pc:sldChg>
      <pc:sldMasterChg chg="addSp modSp mod modSldLayout">
        <pc:chgData name="Angelo Valencia" userId="7bbd6225ef8fbda4" providerId="LiveId" clId="{71948241-445C-4AF4-B714-7D809DBFBAF2}" dt="2026-04-02T04:19:52.839" v="29" actId="1076"/>
        <pc:sldMasterMkLst>
          <pc:docMk/>
          <pc:sldMasterMk cId="3820867540" sldId="2147483648"/>
        </pc:sldMasterMkLst>
        <pc:spChg chg="mod">
          <ac:chgData name="Angelo Valencia" userId="7bbd6225ef8fbda4" providerId="LiveId" clId="{71948241-445C-4AF4-B714-7D809DBFBAF2}" dt="2026-04-02T04:13:51.355" v="5" actId="207"/>
          <ac:spMkLst>
            <pc:docMk/>
            <pc:sldMasterMk cId="3820867540" sldId="2147483648"/>
            <ac:spMk id="6" creationId="{C573F82A-B8A4-8E35-AF24-954E79FCD7B2}"/>
          </ac:spMkLst>
        </pc:spChg>
        <pc:spChg chg="add mod">
          <ac:chgData name="Angelo Valencia" userId="7bbd6225ef8fbda4" providerId="LiveId" clId="{71948241-445C-4AF4-B714-7D809DBFBAF2}" dt="2026-04-02T04:13:34.439" v="3" actId="14100"/>
          <ac:spMkLst>
            <pc:docMk/>
            <pc:sldMasterMk cId="3820867540" sldId="2147483648"/>
            <ac:spMk id="7" creationId="{0B3FEAF0-FFD0-DA67-FBA3-E98FCF2DEFE6}"/>
          </ac:spMkLst>
        </pc:spChg>
        <pc:picChg chg="add mod modCrop">
          <ac:chgData name="Angelo Valencia" userId="7bbd6225ef8fbda4" providerId="LiveId" clId="{71948241-445C-4AF4-B714-7D809DBFBAF2}" dt="2026-04-02T04:19:52.839" v="29" actId="1076"/>
          <ac:picMkLst>
            <pc:docMk/>
            <pc:sldMasterMk cId="3820867540" sldId="2147483648"/>
            <ac:picMk id="9" creationId="{AA872B7E-B471-B8A5-4623-791BD4B5877E}"/>
          </ac:picMkLst>
        </pc:picChg>
        <pc:sldLayoutChg chg="addSp delSp modSp mod">
          <pc:chgData name="Angelo Valencia" userId="7bbd6225ef8fbda4" providerId="LiveId" clId="{71948241-445C-4AF4-B714-7D809DBFBAF2}" dt="2026-04-02T04:19:21.414" v="23" actId="21"/>
          <pc:sldLayoutMkLst>
            <pc:docMk/>
            <pc:sldMasterMk cId="3820867540" sldId="2147483648"/>
            <pc:sldLayoutMk cId="1661226880" sldId="2147483649"/>
          </pc:sldLayoutMkLst>
          <pc:picChg chg="add del mod">
            <ac:chgData name="Angelo Valencia" userId="7bbd6225ef8fbda4" providerId="LiveId" clId="{71948241-445C-4AF4-B714-7D809DBFBAF2}" dt="2026-04-02T04:17:54.524" v="13" actId="21"/>
            <ac:picMkLst>
              <pc:docMk/>
              <pc:sldMasterMk cId="3820867540" sldId="2147483648"/>
              <pc:sldLayoutMk cId="1661226880" sldId="2147483649"/>
              <ac:picMk id="8" creationId="{8DE78C8A-8271-9557-3F22-312067D58356}"/>
            </ac:picMkLst>
          </pc:picChg>
          <pc:picChg chg="add del mod modCrop">
            <ac:chgData name="Angelo Valencia" userId="7bbd6225ef8fbda4" providerId="LiveId" clId="{71948241-445C-4AF4-B714-7D809DBFBAF2}" dt="2026-04-02T04:19:21.414" v="23" actId="21"/>
            <ac:picMkLst>
              <pc:docMk/>
              <pc:sldMasterMk cId="3820867540" sldId="2147483648"/>
              <pc:sldLayoutMk cId="1661226880" sldId="2147483649"/>
              <ac:picMk id="10" creationId="{B55FB3CF-7C19-C531-636D-2E0AAA956CC6}"/>
            </ac:picMkLst>
          </pc:picChg>
        </pc:sldLayoutChg>
      </pc:sldMasterChg>
      <pc:sldMasterChg chg="new mod addSldLayout">
        <pc:chgData name="Angelo Valencia" userId="7bbd6225ef8fbda4" providerId="LiveId" clId="{71948241-445C-4AF4-B714-7D809DBFBAF2}" dt="2026-04-02T04:13:55.693" v="6" actId="6938"/>
        <pc:sldMasterMkLst>
          <pc:docMk/>
          <pc:sldMasterMk cId="3230689244" sldId="2147483660"/>
        </pc:sldMasterMkLst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031950435" sldId="2147483661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630525992" sldId="2147483662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273879972" sldId="2147483663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89631416" sldId="2147483664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402488910" sldId="2147483665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112923307" sldId="2147483666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1962354662" sldId="2147483667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267180373" sldId="2147483668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3161223162" sldId="2147483669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4254284595" sldId="2147483670"/>
          </pc:sldLayoutMkLst>
        </pc:sldLayoutChg>
        <pc:sldLayoutChg chg="new replId">
          <pc:chgData name="Angelo Valencia" userId="7bbd6225ef8fbda4" providerId="LiveId" clId="{71948241-445C-4AF4-B714-7D809DBFBAF2}" dt="2026-04-02T04:13:55.693" v="6" actId="6938"/>
          <pc:sldLayoutMkLst>
            <pc:docMk/>
            <pc:sldMasterMk cId="3230689244" sldId="2147483660"/>
            <pc:sldLayoutMk cId="631230668" sldId="2147483671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EE93CF-D40D-6C1E-8428-BB2F151C07F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285579B-D143-7D10-41EC-FDAA1CBB9B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5BBA43-331E-B014-E34D-BBECB88D27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67FF323-BFF6-B643-E452-F1843BD734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F9248BA-DCB9-D176-E5B1-DB5625B1F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9448800" y="23813"/>
            <a:ext cx="2743200" cy="365125"/>
          </a:xfrm>
        </p:spPr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D8E9EE3-855B-7875-BA6E-DCF7949E0B20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-108786"/>
            <a:ext cx="12192000" cy="696678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0A1A031-0E8D-E98D-B364-B8C8CC93345C}"/>
              </a:ext>
            </a:extLst>
          </p:cNvPr>
          <p:cNvSpPr txBox="1"/>
          <p:nvPr userDrawn="1"/>
        </p:nvSpPr>
        <p:spPr>
          <a:xfrm>
            <a:off x="3506679" y="5735637"/>
            <a:ext cx="464672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By: Ashlee Santos, Zachary Tull, Angelo Valenica</a:t>
            </a:r>
          </a:p>
        </p:txBody>
      </p:sp>
    </p:spTree>
    <p:extLst>
      <p:ext uri="{BB962C8B-B14F-4D97-AF65-F5344CB8AC3E}">
        <p14:creationId xmlns:p14="http://schemas.microsoft.com/office/powerpoint/2010/main" val="16612268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11ED34-C081-DFA1-FCD8-336EFEF6D7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9F936-3087-6698-83EB-A385713F1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069523-BBD6-33AB-00BB-1A3D76498D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ED49EDA-DC4C-B422-4B9A-A240287424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86D752B-0887-CFBE-FA10-8962DD786D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33155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898B9D-B767-A1EE-BBE8-3290C51DE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D631904-14B9-10EC-B2E9-4DA23490252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B49AEF-8226-F887-E636-3E6B7BA8A7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3CBC7A-2FF0-B1E6-71FE-8387EE23E04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84D748-2AEE-D988-2ADB-4155B17F37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54465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31E9BF-366D-74CC-78E3-BBBB4BC861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624FF-39C6-899C-D76E-FC9D3846A1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EA3B97E-DAB4-5E50-80AE-1E812EF72D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6539A85-5FE2-7B40-6AA1-F9E7858C01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A6109A7-95D8-D026-5496-82324E210C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E97252F-A4D2-2F8F-2204-8E0A39AE71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6076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967934-B5CC-89DE-8BA4-D9F4FF3638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8A93A24-CBA6-04AB-9E3A-42B90B06B2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A379420-6B84-11EF-5E05-BD008F6E2CA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99D9338-9142-6D4E-CD56-FBD386D9C94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9C10391-6C84-86E8-61F6-F1606B5DA22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0E718F-FEE8-7D4A-B122-E053A0E82A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0C07E6B-9738-ACE1-76BD-18AC31586C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62AF9B-7AB0-1AFF-9F3B-D7587DE445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683688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62EBF7-E9CB-5C4B-DF37-1E1DE6FEBA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DE2CE7-DC6F-0288-D7DB-6C360CE583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4EF83DE-F5D4-B7CF-C5F9-A80B2139BC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8687A85-E0AD-5D81-59A5-66F51A994D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5148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5108CC-1F21-D9FD-B7FF-88C85817B3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FFEDF5F-D0A6-37C3-425F-331E762951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9F1D1E1-9B87-EC76-05C9-B1B6680EE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4485154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87FB11-F1A7-7577-253B-E1457A4381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4AB6527-DF08-A049-4075-DC4375C98A8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5563987-A1A8-4F92-3B73-3DC8200FCB5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8A216E8-BC14-D78C-D7AC-0D44193C78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B47570-A1F6-2FBC-83D6-98FCF7531A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005644E-7C46-ABCE-6005-F87349EEAC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41775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ECAC79-9FBC-52F8-947F-1F56782B55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46A87E-7221-F9B0-A16B-E8182483507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97D579A-28F5-FB85-773D-9DE43DA98D0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78BEDE-1F42-F69F-5682-2EC3D744C2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A8E080-DD3B-FB2C-6585-7CE191D214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D5CF1C-8FFC-C492-B947-511A88999B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90514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A09DDA-2BDC-65B3-1F55-BCA6F00693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53D5F60-A60A-51C8-3C73-369C306CC0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17B30F-58DD-24EB-37C6-19BE03BC07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4B7442-3B7E-388F-D14B-98178B2DB7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C0AB1AF-7BE1-5FAC-6316-4392307924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09655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DF73BC23-D304-1E23-FB9B-0A646A6BB6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1C50681-A245-5D75-70DD-5FCBDC40B83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48E722B-7F3F-E3E6-8A6F-8AB2FDFB7D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9971D-3726-B88D-7388-2727F9F509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0ED80C-AF88-D807-7A29-6873CA9860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6BCCB68-A38A-4317-A535-0B097FE263E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505273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9CC204-048E-A62E-5BEF-66D6FB3F9C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F5920B0-9448-0DB1-5EC3-9896254D0B2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8603CA-4180-DC25-610C-2CADE3C457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2DE145-8E49-0148-4370-95471724B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A6F92C-9473-A735-2253-2364BE98DF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19504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F956A-DF52-67E1-B019-5D89870C10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C7A540D-2E3B-4D2D-38E0-3F8BB7F8F6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44662EF-63ED-851F-0569-0EB536C5F0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1080BD-567F-8C9C-BE09-39BE16D9B2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FB1B698-3AC2-FC7B-5DFF-3FFED1568E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052599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770EA7-AAFE-8B0D-61FA-0336B4F0AE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741B65F-99C0-D7A9-37CD-2E5BA85E067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93CD856-7DAE-42B9-8705-0868DE9790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7E6896-0B93-E02F-879F-9794385153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D4ADB7-F67C-2709-FD62-324067FF98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8799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EB08CE-61DF-508A-A5A0-55F8ACDB09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26DB041-5F59-781B-93D1-94FA2EAD77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1013293-1B1A-C127-7205-EA0FBB3EE5D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1BB131F-0762-E301-E009-A90788CFA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F65D444-D497-9499-2ED7-6031C9E0CB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41DDF82-E0AF-B480-B74F-0196C38840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63141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EFC0E63-CEB2-43CF-7B09-DB65353B6C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5526978-B4BD-4191-7BD8-7758A8C4514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3328AB7-0FA9-4FE2-15E4-D0D00F7FF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B952405-E524-F9E5-F967-4DC769B6DF9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159902FD-2F96-52AB-3816-AF9F13CA94A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76C3DCC9-B8DC-E34C-7B9B-8E357AD85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EB4680A-E4AF-C9B3-C2B7-EBD07083DD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C88FE9B-79F6-7251-19A6-767A6902E2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0248891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6CA50B-729E-3303-68CC-A67AD74CE9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7D0C70A-6DA6-FD7B-D4D7-2D6F20BEDD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FF8623E-1DA1-6670-6525-24AEA8EAE3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E801F74-2BBD-0318-3DEC-2CBB99B9B4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1292330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B816C43-A78C-7DD7-EC6E-834D684E4E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F03334F-438F-75D8-9DF8-FC480ADCCC7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7065CDF-D5E5-8815-77E6-29A25B68CD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6235466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8F62C9-1C15-DD6B-621E-07856202E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E050CC-5310-86E1-F445-0D33B7DD9B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3834D4-B184-ED6A-ECEA-505C9C15907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3045FB6-5A9D-4A2F-3BF4-BDC974899B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251B67-5449-150C-9BCD-B970DCCE8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5A360D-0D4C-5BFA-433B-06CE7A4088C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7180373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2F4D25-E24D-0E2E-EB19-40528F0C8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1969AA8C-767C-380B-DDF7-185416D54E7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95D8F74-6963-A4FC-A56C-B958F180DF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6EF6B8B-AFF3-A8C4-F762-4046CCF0F7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83BA43-02CF-25F2-42D7-2E0B87359D1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54E24C9-5653-EE7A-5258-834EB0C4AD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122316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4A09DA-B787-37B2-41DC-7999D8E76A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BFCD5B1-3454-DA50-253F-764B6A3768C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5C9EDB-3287-D680-30DA-B169ABE660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FC67AD-514E-3757-3535-81A18458383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8F74B52-8F62-430D-1F36-BF01C49CD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428459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199416-FA86-2FEB-3EA2-CFFE4A6D47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9915415-6254-F9E2-ACFA-95BFB99B234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D514FE-7038-7692-A184-917C72A723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7393AB-A5F4-F845-23F6-23A0B59B13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F84830-7957-EC48-643C-EB99E8225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12306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E247AAA-AF2B-A680-F836-74657B59B1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7B485BA-95EA-617D-626D-E250B3055C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D168CD-1CC9-E1E8-5B22-456193DD4C2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69082A-FE24-40AB-BD48-6844D502A07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EA4229-2ABD-5B17-152B-A5EB43E909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73F82A-B8A4-8E35-AF24-954E79FCD7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448800" y="31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46BCCB68-A38A-4317-A535-0B097FE263E0}" type="slidenum">
              <a:rPr lang="en-US" smtClean="0"/>
              <a:pPr/>
              <a:t>‹#›</a:t>
            </a:fld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0B3FEAF0-FFD0-DA67-FBA3-E98FCF2DEFE6}"/>
              </a:ext>
            </a:extLst>
          </p:cNvPr>
          <p:cNvSpPr/>
          <p:nvPr userDrawn="1"/>
        </p:nvSpPr>
        <p:spPr>
          <a:xfrm>
            <a:off x="0" y="6176963"/>
            <a:ext cx="12192000" cy="68103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A872B7E-B471-B8A5-4623-791BD4B5877E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8765" b="21116"/>
          <a:stretch>
            <a:fillRect/>
          </a:stretch>
        </p:blipFill>
        <p:spPr>
          <a:xfrm>
            <a:off x="10682037" y="5782510"/>
            <a:ext cx="1509963" cy="10587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208675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509B0CB-DA05-C25B-E71D-D6998F794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9B09809-EB27-F1A1-CED8-04F74D5546A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96A945C-A7EE-53E0-E88A-073D9AF9107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C76F7AB-0E16-4C57-8F3A-5C240111FCB0}" type="datetimeFigureOut">
              <a:rPr lang="en-US" smtClean="0"/>
              <a:t>4/15/2026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DD36A8-5583-EFF4-376B-F66BDE35A9E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D55B11-C412-DAB4-04AE-5105769920F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894D87-FB7D-4223-86FA-4284DBB1209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068924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DB3BEB-3241-FBFC-90ED-FE5B391CB09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08340" y="3429000"/>
            <a:ext cx="9144000" cy="2387600"/>
          </a:xfrm>
        </p:spPr>
        <p:txBody>
          <a:bodyPr/>
          <a:lstStyle/>
          <a:p>
            <a:r>
              <a:rPr lang="en-US" dirty="0">
                <a:solidFill>
                  <a:schemeClr val="bg1"/>
                </a:solidFill>
                <a:highlight>
                  <a:srgbClr val="FF0000"/>
                </a:highlight>
              </a:rPr>
              <a:t>Four</a:t>
            </a:r>
            <a:r>
              <a:rPr lang="en-US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dirty="0">
                <a:highlight>
                  <a:srgbClr val="FFFF00"/>
                </a:highlight>
              </a:rPr>
              <a:t>2</a:t>
            </a:r>
            <a:r>
              <a:rPr lang="en-US" dirty="0">
                <a:solidFill>
                  <a:schemeClr val="bg1"/>
                </a:solidFill>
                <a:highlight>
                  <a:srgbClr val="FFFF00"/>
                </a:highlight>
              </a:rPr>
              <a:t> </a:t>
            </a:r>
            <a:r>
              <a:rPr lang="en-US" dirty="0">
                <a:solidFill>
                  <a:schemeClr val="bg1"/>
                </a:solidFill>
                <a:highlight>
                  <a:srgbClr val="FF0000"/>
                </a:highlight>
              </a:rPr>
              <a:t>Win</a:t>
            </a:r>
          </a:p>
        </p:txBody>
      </p:sp>
    </p:spTree>
    <p:extLst>
      <p:ext uri="{BB962C8B-B14F-4D97-AF65-F5344CB8AC3E}">
        <p14:creationId xmlns:p14="http://schemas.microsoft.com/office/powerpoint/2010/main" val="15614665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37D8BA-A998-4D20-68D2-CE2277EA0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6C97A84-0FFC-0682-E023-689C95F15E0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The project simulates a game of Connect 4.</a:t>
            </a:r>
          </a:p>
          <a:p>
            <a:r>
              <a:rPr lang="en-US" dirty="0"/>
              <a:t>The motivation was that we thought it would be simple to code. </a:t>
            </a:r>
          </a:p>
          <a:p>
            <a:r>
              <a:rPr lang="en-US" dirty="0"/>
              <a:t>Used things like file I/O, arrays, structs, </a:t>
            </a:r>
            <a:r>
              <a:rPr lang="en-US"/>
              <a:t>and functions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358434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24D3DD-EA1D-0720-1DB9-D3C601E3D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200" dirty="0"/>
              <a:t>Challenges We Faced and How We Fixed Them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B8D612-EBFB-1748-6D28-D30726C5358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had some trouble troubleshooting.</a:t>
            </a:r>
          </a:p>
          <a:p>
            <a:r>
              <a:rPr lang="en-US" dirty="0"/>
              <a:t>Building 2D arrays is CHALLENGING!</a:t>
            </a:r>
          </a:p>
          <a:p>
            <a:r>
              <a:rPr lang="en-US" dirty="0"/>
              <a:t>Some meetings had to be cancelled due to other commitments. </a:t>
            </a:r>
          </a:p>
        </p:txBody>
      </p:sp>
    </p:spTree>
    <p:extLst>
      <p:ext uri="{BB962C8B-B14F-4D97-AF65-F5344CB8AC3E}">
        <p14:creationId xmlns:p14="http://schemas.microsoft.com/office/powerpoint/2010/main" val="37682342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8F37A41-A238-2ED1-1C8E-152E89D0580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How did use AI to Help?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747C3A-8E84-8513-5DE4-ABD47FADEC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used AI to make the logo for our project.</a:t>
            </a:r>
          </a:p>
          <a:p>
            <a:r>
              <a:rPr lang="en-US" dirty="0"/>
              <a:t>We also used AI for some troubleshooting but not all.</a:t>
            </a:r>
          </a:p>
          <a:p>
            <a:r>
              <a:rPr lang="en-US" dirty="0"/>
              <a:t>We used it to help guide us to some ideas we had. </a:t>
            </a:r>
          </a:p>
        </p:txBody>
      </p:sp>
    </p:spTree>
    <p:extLst>
      <p:ext uri="{BB962C8B-B14F-4D97-AF65-F5344CB8AC3E}">
        <p14:creationId xmlns:p14="http://schemas.microsoft.com/office/powerpoint/2010/main" val="281493258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0A06E0-4739-31E2-59D7-F12305BB0A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3122" y="2766219"/>
            <a:ext cx="7525753" cy="1325563"/>
          </a:xfrm>
        </p:spPr>
        <p:txBody>
          <a:bodyPr>
            <a:noAutofit/>
          </a:bodyPr>
          <a:lstStyle/>
          <a:p>
            <a:r>
              <a:rPr lang="en-US" sz="9600" dirty="0"/>
              <a:t>DEMOOOOOO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067B59-5028-56A2-AB42-FDA8F58EF4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6131243"/>
            <a:ext cx="45719" cy="45719"/>
          </a:xfrm>
        </p:spPr>
        <p:txBody>
          <a:bodyPr>
            <a:normAutofit fontScale="25000" lnSpcReduction="20000"/>
          </a:bodyPr>
          <a:lstStyle/>
          <a:p>
            <a:endParaRPr lang="en-US" sz="1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81F386D-2A00-B957-2EED-27E07452432E}"/>
              </a:ext>
            </a:extLst>
          </p:cNvPr>
          <p:cNvSpPr txBox="1"/>
          <p:nvPr/>
        </p:nvSpPr>
        <p:spPr>
          <a:xfrm>
            <a:off x="3542580" y="4091781"/>
            <a:ext cx="510683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Our main game file is 15 lines long!</a:t>
            </a:r>
          </a:p>
        </p:txBody>
      </p:sp>
    </p:spTree>
    <p:extLst>
      <p:ext uri="{BB962C8B-B14F-4D97-AF65-F5344CB8AC3E}">
        <p14:creationId xmlns:p14="http://schemas.microsoft.com/office/powerpoint/2010/main" val="11288037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73A764-411C-59DF-91D0-3F40E7404B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FCDAA15-6BA3-3DB5-D406-18D7E82E81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 had some fun coding this and seeing it come to life. </a:t>
            </a:r>
          </a:p>
          <a:p>
            <a:r>
              <a:rPr lang="en-US" dirty="0"/>
              <a:t>Worked through other commitments, schedules, and challenges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80815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E698FFB1-ACF7-FB03-9A15-4B3922746963}"/>
              </a:ext>
            </a:extLst>
          </p:cNvPr>
          <p:cNvSpPr txBox="1"/>
          <p:nvPr/>
        </p:nvSpPr>
        <p:spPr>
          <a:xfrm>
            <a:off x="2117891" y="215602"/>
            <a:ext cx="7956217" cy="156966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600" dirty="0"/>
              <a:t>Any Questions?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968EA9C-1C4D-73BF-D1AB-F9599223450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0884" y="2553929"/>
            <a:ext cx="3124200" cy="31242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045A76A-9479-CDB9-05D2-E48C1657AAFA}"/>
              </a:ext>
            </a:extLst>
          </p:cNvPr>
          <p:cNvSpPr txBox="1"/>
          <p:nvPr/>
        </p:nvSpPr>
        <p:spPr>
          <a:xfrm>
            <a:off x="680884" y="5354963"/>
            <a:ext cx="385424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Our public GitHub!</a:t>
            </a:r>
          </a:p>
        </p:txBody>
      </p:sp>
    </p:spTree>
    <p:extLst>
      <p:ext uri="{BB962C8B-B14F-4D97-AF65-F5344CB8AC3E}">
        <p14:creationId xmlns:p14="http://schemas.microsoft.com/office/powerpoint/2010/main" val="387775851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154</Words>
  <Application>Microsoft Office PowerPoint</Application>
  <PresentationFormat>Widescreen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Arial</vt:lpstr>
      <vt:lpstr>Calibri</vt:lpstr>
      <vt:lpstr>Calibri Light</vt:lpstr>
      <vt:lpstr>Office Theme</vt:lpstr>
      <vt:lpstr>Custom Design</vt:lpstr>
      <vt:lpstr>Four 2 Win</vt:lpstr>
      <vt:lpstr>Project Overview</vt:lpstr>
      <vt:lpstr>Challenges We Faced and How We Fixed Them</vt:lpstr>
      <vt:lpstr>How did use AI to Help?</vt:lpstr>
      <vt:lpstr>DEMOOOOOO</vt:lpstr>
      <vt:lpstr>Conclusion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Valencia, Angelo</dc:creator>
  <cp:lastModifiedBy>Tull, Zachary</cp:lastModifiedBy>
  <cp:revision>11</cp:revision>
  <dcterms:created xsi:type="dcterms:W3CDTF">2026-04-02T04:10:18Z</dcterms:created>
  <dcterms:modified xsi:type="dcterms:W3CDTF">2026-04-16T05:28:10Z</dcterms:modified>
</cp:coreProperties>
</file>